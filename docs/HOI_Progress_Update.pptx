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63B98AC-E5BB-D05C-0B08-A6E814AE4D20}">
          <p14:sldIdLst>
            <p14:sldId id="256"/>
            <p14:sldId id="258"/>
            <p14:sldId id="259"/>
          </p14:sldIdLst>
        </p14:section>
        <p14:section name="Hotel side" id="{7FA243C8-AD58-09F7-5A0F-3689DBAA2B8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ourism portal" id="{BABCD358-05ED-8960-6AC6-CBD86ED0D198}">
          <p14:sldIdLst>
            <p14:sldId id="273"/>
            <p14:sldId id="274"/>
            <p14:sldId id="275"/>
            <p14:sldId id="276"/>
            <p14:sldId id="277"/>
          </p14:sldIdLst>
        </p14:section>
        <p14:section name="Why it matters" id="{DA1ECEA1-5A27-939C-7577-583129D03991}">
          <p14:sldIdLst>
            <p14:sldId id="278"/>
            <p14:sldId id="279"/>
            <p14:sldId id="280"/>
            <p14:sldId id="281"/>
            <p14:sldId id="282"/>
          </p14:sldIdLst>
        </p14:section>
        <p14:section name="Next" id="{73967F25-0407-CC74-9036-4B84943E5CE6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11827"/>
                </a:solidFill>
                <a:latin typeface="+mn-lt"/>
              </a:rPr>
              <a:t>How far off our guess of rooms filled is, %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prediction</c:v>
                </c:pt>
              </c:strCache>
            </c:strRef>
          </c:tx>
          <c:spPr>
            <a:solidFill>
              <a:srgbClr val="5B5CF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15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Tomorrow</c:v>
                </c:pt>
                <c:pt idx="1">
                  <c:v>Next week</c:v>
                </c:pt>
                <c:pt idx="2">
                  <c:v>Next month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7.2</c:v>
                </c:pt>
                <c:pt idx="2">
                  <c:v>10.3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A3-4EB4-945B-130DE1E6B3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Simple guess (same as last year)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7415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Tomorrow</c:v>
                </c:pt>
                <c:pt idx="1">
                  <c:v>Next week</c:v>
                </c:pt>
                <c:pt idx="2">
                  <c:v>Next month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13.7</c:v>
                </c:pt>
                <c:pt idx="1">
                  <c:v>13.7</c:v>
                </c:pt>
                <c:pt idx="2">
                  <c:v>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A3-4EB4-945B-130DE1E6B3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741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209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shut/Downloads/INNOV8/docs/brand/hoi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34747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7373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Operations Intelligence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46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update: from proposal to six live apps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89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AI-Tourism Hackathon 2026  ·  Team Innov8  ·  13 October 2026</a:t>
            </a:r>
            <a:endParaRPr lang="en-US" sz="1300" dirty="0"/>
          </a:p>
        </p:txBody>
      </p:sp>
      <p:pic>
        <p:nvPicPr>
          <p:cNvPr id="6" name="Hotel Admin screenshot" descr="Hotel Admin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870120"/>
            <a:ext cx="5943600" cy="3837600"/>
          </a:xfrm>
          <a:prstGeom prst="rect">
            <a:avLst/>
          </a:prstGeom>
        </p:spPr>
      </p:pic>
      <p:pic>
        <p:nvPicPr>
          <p:cNvPr id="7" name="Guest concierge screenshot" descr="Guest concierg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788" y="2926080"/>
            <a:ext cx="1902983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hotels run short of people, every season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short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hospitality sector, projected 2025 (HVS / Ministry of Tourism study)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194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1.8×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quit rate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&amp; food vs all industries (US BLS)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194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lakh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Dham pilgrims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2025 season; two thirds arrived by late June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Rosters are made by hand, overtime piles up, and nobody notices who is about to leave until they do.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HVS; US BLS JOLTS Table 4; All India Radio; The Week (24 June 2025).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six apps</a:t>
            </a:r>
            <a:endParaRPr lang="en-US" sz="3200" dirty="0"/>
          </a:p>
        </p:txBody>
      </p:sp>
      <p:sp>
        <p:nvSpPr>
          <p:cNvPr id="4" name="Platform Admin tile"/>
          <p:cNvSpPr/>
          <p:nvPr/>
        </p:nvSpPr>
        <p:spPr>
          <a:xfrm>
            <a:off x="548640" y="1554480"/>
            <a:ext cx="35204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Platform Admin thumbnail" descr="Platform Admin thumbn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239920"/>
            <a:ext cx="1417320" cy="915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hotels, portfolio insights, audit</a:t>
            </a:r>
            <a:endParaRPr lang="en-US" sz="1300" dirty="0"/>
          </a:p>
        </p:txBody>
      </p:sp>
      <p:sp>
        <p:nvSpPr>
          <p:cNvPr id="8" name="Hotel Admin tile"/>
          <p:cNvSpPr/>
          <p:nvPr/>
        </p:nvSpPr>
        <p:spPr>
          <a:xfrm>
            <a:off x="4297680" y="1554480"/>
            <a:ext cx="35204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Hotel Admin thumbnail" descr="Hotel Admin thumbna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39920"/>
            <a:ext cx="1417320" cy="915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26280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Admin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view, roster, dispatch, rooms, stock</a:t>
            </a:r>
            <a:endParaRPr lang="en-US" sz="1300" dirty="0"/>
          </a:p>
        </p:txBody>
      </p:sp>
      <p:sp>
        <p:nvSpPr>
          <p:cNvPr id="12" name="Worker app tile"/>
          <p:cNvSpPr/>
          <p:nvPr/>
        </p:nvSpPr>
        <p:spPr>
          <a:xfrm>
            <a:off x="8046720" y="1554480"/>
            <a:ext cx="35204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Worker app thumbnail" descr="Worker app thumbnai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783" y="1691640"/>
            <a:ext cx="1021113" cy="20116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75320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app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275320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Shifts, job pings, photo proof, voice</a:t>
            </a:r>
            <a:endParaRPr lang="en-US" sz="1300" dirty="0"/>
          </a:p>
        </p:txBody>
      </p:sp>
      <p:sp>
        <p:nvSpPr>
          <p:cNvPr id="16" name="Guest concierge tile"/>
          <p:cNvSpPr/>
          <p:nvPr/>
        </p:nvSpPr>
        <p:spPr>
          <a:xfrm>
            <a:off x="548640" y="4069080"/>
            <a:ext cx="35204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Guest concierge thumbnail" descr="Guest concierge thumbnai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2703" y="4206240"/>
            <a:ext cx="1021113" cy="20116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4343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concierge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120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QR: ask by voice, requests, checkout</a:t>
            </a:r>
            <a:endParaRPr lang="en-US" sz="1300" dirty="0"/>
          </a:p>
        </p:txBody>
      </p:sp>
      <p:sp>
        <p:nvSpPr>
          <p:cNvPr id="20" name="Tourism portal tile"/>
          <p:cNvSpPr/>
          <p:nvPr/>
        </p:nvSpPr>
        <p:spPr>
          <a:xfrm>
            <a:off x="4297680" y="4069080"/>
            <a:ext cx="35204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Tourism portal thumbnail" descr="Tourism portal thumbnai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754520"/>
            <a:ext cx="1417320" cy="9151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26280" y="4343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portal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526280" y="5120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roads, crowds, stays, jobs</a:t>
            </a:r>
            <a:endParaRPr lang="en-US" sz="1300" dirty="0"/>
          </a:p>
        </p:txBody>
      </p:sp>
      <p:sp>
        <p:nvSpPr>
          <p:cNvPr id="24" name="Prediction engine tile"/>
          <p:cNvSpPr/>
          <p:nvPr/>
        </p:nvSpPr>
        <p:spPr>
          <a:xfrm>
            <a:off x="8046720" y="4069080"/>
            <a:ext cx="35204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5" name="Prediction engine thumbnail" descr="Prediction engine thumbnai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754520"/>
            <a:ext cx="1417320" cy="9151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275320" y="4343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8275320" y="51206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busy days, spots who may leave, plans shifts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hotel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managers and staff: one calm system for the day's work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Today screen</a:t>
            </a:r>
            <a:endParaRPr lang="en-US" sz="3200" dirty="0"/>
          </a:p>
        </p:txBody>
      </p:sp>
      <p:pic>
        <p:nvPicPr>
          <p:cNvPr id="4" name="Hotel Admin Today" descr="Hotel Admin Tod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 instead of 18 menu items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numbers: rooms ready, open requests, late jobs, staff on shift, low stock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Do-next list with one-click actions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first, details later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rosters that never break a rule</a:t>
            </a:r>
            <a:endParaRPr lang="en-US" sz="3200" dirty="0"/>
          </a:p>
        </p:txBody>
      </p:sp>
      <p:pic>
        <p:nvPicPr>
          <p:cNvPr id="4" name="Roster" descr="R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how busy each day will be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breaks leave, rest hours, weekly off or skills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week cannot be staffed, it says which shift and why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week → one-click Request staff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scheduler, saved so it opens instantly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DISPATCH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person gets the job</a:t>
            </a:r>
            <a:endParaRPr lang="en-US" sz="3200" dirty="0"/>
          </a:p>
        </p:txBody>
      </p:sp>
      <p:pic>
        <p:nvPicPr>
          <p:cNvPr id="4" name="Dispatch" descr="Dispat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on-shift worker by load and distance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guard: flagged staff get fewer extras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day: 80 / 80 jobs done, 0 sent off-shift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with photo proof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&amp; GUESTS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room, every request, one board</a:t>
            </a:r>
            <a:endParaRPr lang="en-US" sz="3200" dirty="0"/>
          </a:p>
        </p:txBody>
      </p:sp>
      <p:pic>
        <p:nvPicPr>
          <p:cNvPr id="4" name="Rooms" descr="Roo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rooms; median turnaround 51 min in the simulation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requests and late-checkout approvals in one place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has its own guest QR code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clean → inspect → ready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requests, checkouts and feedback</a:t>
            </a:r>
            <a:endParaRPr lang="en-US" sz="3200" dirty="0"/>
          </a:p>
        </p:txBody>
      </p:sp>
      <p:pic>
        <p:nvPicPr>
          <p:cNvPr id="4" name="Guest services" descr="Guest serv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safety and medical alerts shown first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decline late checkout with a note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trend with one-line meaning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follows the forecast</a:t>
            </a:r>
            <a:endParaRPr lang="en-US" sz="3200" dirty="0"/>
          </a:p>
        </p:txBody>
      </p:sp>
      <p:pic>
        <p:nvPicPr>
          <p:cNvPr id="4" name="Inventory" descr="Inven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suggestions from expected occupancy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ledger: stock always equals its movements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CGST/SGST or IGST split on every PO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GST-ready purchase orders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HOMESTAY MODE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enough for a 6-room homestay</a:t>
            </a:r>
            <a:endParaRPr lang="en-US" sz="3200" dirty="0"/>
          </a:p>
        </p:txBody>
      </p:sp>
      <p:pic>
        <p:nvPicPr>
          <p:cNvPr id="4" name="Homestay mode" descr="Homestay m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plain pages, no ML jargon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owner's own team, no roster needed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hotel mode any time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Deodar Nest, Dhanaulti (fictional)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need support, and why</a:t>
            </a:r>
            <a:endParaRPr lang="en-US" sz="3200" dirty="0"/>
          </a:p>
        </p:txBody>
      </p:sp>
      <p:pic>
        <p:nvPicPr>
          <p:cNvPr id="4" name="Risk list" descr="Risk 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staff: when their contract ends; permanent staff: the model's ranking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comes with plain reasons and a suggested next step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exist to offer support, never for adverse action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who to check in with, not a prediction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APP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worker's pocket</a:t>
            </a:r>
            <a:endParaRPr lang="en-US" sz="3200" dirty="0"/>
          </a:p>
        </p:txBody>
      </p:sp>
      <p:pic>
        <p:nvPicPr>
          <p:cNvPr id="4" name="Today's shift" descr="Today's shi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28" y="1417320"/>
            <a:ext cx="2297504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shift</a:t>
            </a:r>
            <a:endParaRPr lang="en-US" sz="1400" dirty="0"/>
          </a:p>
        </p:txBody>
      </p:sp>
      <p:pic>
        <p:nvPicPr>
          <p:cNvPr id="6" name="Live job pings" descr="Live job pin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08" y="1417320"/>
            <a:ext cx="2297504" cy="4526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3672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pings</a:t>
            </a:r>
            <a:endParaRPr lang="en-US" sz="1400" dirty="0"/>
          </a:p>
        </p:txBody>
      </p:sp>
      <p:pic>
        <p:nvPicPr>
          <p:cNvPr id="8" name="My recognition" descr="My recogni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088" y="1417320"/>
            <a:ext cx="2297504" cy="45262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2480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recognition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CONCIERGE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just scan and ask</a:t>
            </a:r>
            <a:endParaRPr lang="en-US" sz="3200" dirty="0"/>
          </a:p>
        </p:txBody>
      </p:sp>
      <p:pic>
        <p:nvPicPr>
          <p:cNvPr id="4" name="Ask anything" descr="Ask anyth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28" y="1417320"/>
            <a:ext cx="2297504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</a:t>
            </a:r>
            <a:endParaRPr lang="en-US" sz="1400" dirty="0"/>
          </a:p>
        </p:txBody>
      </p:sp>
      <p:pic>
        <p:nvPicPr>
          <p:cNvPr id="6" name="&quot;Rat in the room&quot; → pest control" descr="&quot;Rat in the room&quot; → pest contr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08" y="1417320"/>
            <a:ext cx="2297504" cy="4526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3672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 in the room" → pest control</a:t>
            </a:r>
            <a:endParaRPr lang="en-US" sz="1400" dirty="0"/>
          </a:p>
        </p:txBody>
      </p:sp>
      <p:pic>
        <p:nvPicPr>
          <p:cNvPr id="8" name="Smoke smell → urgent, shows 112" descr="Smoke smell → urgent, shows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088" y="1417320"/>
            <a:ext cx="2297504" cy="45262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2480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smell → urgent, shows 112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CONCIERGE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explore and checkout</a:t>
            </a:r>
            <a:endParaRPr lang="en-US" sz="3200" dirty="0"/>
          </a:p>
        </p:txBody>
      </p:sp>
      <p:pic>
        <p:nvPicPr>
          <p:cNvPr id="4" name="Replies in Hindi" descr="Replies in Hind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28" y="1417320"/>
            <a:ext cx="2297504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 Hindi</a:t>
            </a:r>
            <a:endParaRPr lang="en-US" sz="1400" dirty="0"/>
          </a:p>
        </p:txBody>
      </p:sp>
      <p:pic>
        <p:nvPicPr>
          <p:cNvPr id="6" name="Explore the hotel" descr="Explore the hot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08" y="1417320"/>
            <a:ext cx="2297504" cy="4526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3672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hotel</a:t>
            </a:r>
            <a:endParaRPr lang="en-US" sz="1400" dirty="0"/>
          </a:p>
        </p:txBody>
      </p:sp>
      <p:pic>
        <p:nvPicPr>
          <p:cNvPr id="8" name="Express or late checkout" descr="Express or late check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088" y="1417320"/>
            <a:ext cx="2297504" cy="45262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24800" y="5989320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or late checkout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every hotel at a glance</a:t>
            </a:r>
            <a:endParaRPr lang="en-US" sz="3200" dirty="0"/>
          </a:p>
        </p:txBody>
      </p:sp>
      <p:pic>
        <p:nvPicPr>
          <p:cNvPr id="4" name="Platform insights" descr="Platform insigh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occupancy, on-time jobs, response time, feedback, low stock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accounts cannot sign in here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hotel is audited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portal for the HOI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visitor and the state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Uttarakhand Tourism &amp; Hospitality Portal: concept, not an official site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PORTAL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verify and travel with confidence</a:t>
            </a:r>
            <a:endParaRPr lang="en-US" sz="3200" dirty="0"/>
          </a:p>
        </p:txBody>
      </p:sp>
      <p:pic>
        <p:nvPicPr>
          <p:cNvPr id="4" name="Portal home" descr="Portal 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weather, roads and crowd levels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registered stay, guide or taxi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with tracking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hoi-portal.vercel.app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place, answered at a glance</a:t>
            </a:r>
            <a:endParaRPr lang="en-US" sz="3200" dirty="0"/>
          </a:p>
        </p:txBody>
      </p:sp>
      <p:pic>
        <p:nvPicPr>
          <p:cNvPr id="4" name="Kedarnath" descr="Kedarn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foot-traffic timings from BestTime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Traffic: TomTom live + our prediction model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hospitals, ATMs and fuel from LocationIQ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· crowd · roads · best months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Itineraries with live conditions per stop</a:t>
            </a:r>
            <a:endParaRPr lang="en-US" sz="3200" dirty="0"/>
          </a:p>
        </p:txBody>
      </p:sp>
      <p:pic>
        <p:nvPicPr>
          <p:cNvPr id="4" name="Itinerary" descr="Itiner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sample trips built from checked facts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Crowd, weather and road status at every stop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distances or prices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to start in the next 14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jobs, matched by skill</a:t>
            </a:r>
            <a:endParaRPr lang="en-US" sz="3200" dirty="0"/>
          </a:p>
        </p:txBody>
      </p:sp>
      <p:pic>
        <p:nvPicPr>
          <p:cNvPr id="4" name="Jobs board" descr="Jobs 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46" y="1417320"/>
            <a:ext cx="7930747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41080" y="1828800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list skills, languages and availability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match score, never personal traits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gaps from HOI hotels post here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shared only after the candidate accepts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and position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HOI different, and how we know it works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plan → spot → help → check again</a:t>
            </a:r>
            <a:endParaRPr lang="en-US" sz="3200" dirty="0"/>
          </a:p>
        </p:txBody>
      </p:sp>
      <p:sp>
        <p:nvSpPr>
          <p:cNvPr id="4" name="Predict"/>
          <p:cNvSpPr/>
          <p:nvPr/>
        </p:nvSpPr>
        <p:spPr>
          <a:xfrm>
            <a:off x="548640" y="1828800"/>
            <a:ext cx="201168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057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Plan"/>
          <p:cNvSpPr/>
          <p:nvPr/>
        </p:nvSpPr>
        <p:spPr>
          <a:xfrm>
            <a:off x="2816352" y="1828800"/>
            <a:ext cx="201168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2057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pot"/>
          <p:cNvSpPr/>
          <p:nvPr/>
        </p:nvSpPr>
        <p:spPr>
          <a:xfrm>
            <a:off x="5084064" y="1828800"/>
            <a:ext cx="201168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95744" y="2057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Help"/>
          <p:cNvSpPr/>
          <p:nvPr/>
        </p:nvSpPr>
        <p:spPr>
          <a:xfrm>
            <a:off x="7351776" y="1828800"/>
            <a:ext cx="201168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1776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363456" y="20574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Check"/>
          <p:cNvSpPr/>
          <p:nvPr/>
        </p:nvSpPr>
        <p:spPr>
          <a:xfrm>
            <a:off x="9619488" y="1828800"/>
            <a:ext cx="2011680" cy="100584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9488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whole cycle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206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to check in with this week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206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after a better roster (honest)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s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4206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a saved roster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small improvements as small. The list is for offering help, never for punishing anyone.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JUDGES'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feedback, already built</a:t>
            </a:r>
            <a:endParaRPr lang="en-US" sz="3200" dirty="0"/>
          </a:p>
        </p:txBody>
      </p:sp>
      <p:sp>
        <p:nvSpPr>
          <p:cNvPr id="4" name="GDS, OTAs and Zostel"/>
          <p:cNvSpPr/>
          <p:nvPr/>
        </p:nvSpPr>
        <p:spPr>
          <a:xfrm>
            <a:off x="548640" y="1645920"/>
            <a:ext cx="53949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GDS, OTAs and Zostel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37-source study: HOI sits after the booking, beside the PMS</a:t>
            </a:r>
            <a:endParaRPr lang="en-US" sz="1500" dirty="0"/>
          </a:p>
        </p:txBody>
      </p:sp>
      <p:sp>
        <p:nvSpPr>
          <p:cNvPr id="7" name="Affordable for homestays"/>
          <p:cNvSpPr/>
          <p:nvPr/>
        </p:nvSpPr>
        <p:spPr>
          <a:xfrm>
            <a:off x="6172200" y="1645920"/>
            <a:ext cx="53949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homestays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Homestay mode, phone-first, Hindi</a:t>
            </a:r>
            <a:endParaRPr lang="en-US" sz="1500" dirty="0"/>
          </a:p>
        </p:txBody>
      </p:sp>
      <p:sp>
        <p:nvSpPr>
          <p:cNvPr id="10" name="Staffing and skill matching"/>
          <p:cNvSpPr/>
          <p:nvPr/>
        </p:nvSpPr>
        <p:spPr>
          <a:xfrm>
            <a:off x="548640" y="3108960"/>
            <a:ext cx="53949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and skill matching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board + roster gap → staffing request</a:t>
            </a:r>
            <a:endParaRPr lang="en-US" sz="1500" dirty="0"/>
          </a:p>
        </p:txBody>
      </p:sp>
      <p:sp>
        <p:nvSpPr>
          <p:cNvPr id="13" name="Incentives"/>
          <p:cNvSpPr/>
          <p:nvPr/>
        </p:nvSpPr>
        <p:spPr>
          <a:xfrm>
            <a:off x="6172200" y="3108960"/>
            <a:ext cx="53949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points, positive only, capped</a:t>
            </a:r>
            <a:endParaRPr lang="en-US" sz="1500" dirty="0"/>
          </a:p>
        </p:txBody>
      </p:sp>
      <p:sp>
        <p:nvSpPr>
          <p:cNvPr id="16" name="Community and local links"/>
          <p:cNvSpPr/>
          <p:nvPr/>
        </p:nvSpPr>
        <p:spPr>
          <a:xfrm>
            <a:off x="548640" y="4572000"/>
            <a:ext cx="53949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and local links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experiences linked to homestays (in progress)</a:t>
            </a:r>
            <a:endParaRPr lang="en-US" sz="1500" dirty="0"/>
          </a:p>
        </p:txBody>
      </p:sp>
      <p:sp>
        <p:nvSpPr>
          <p:cNvPr id="19" name="Validated needs"/>
          <p:cNvSpPr/>
          <p:nvPr/>
        </p:nvSpPr>
        <p:spPr>
          <a:xfrm>
            <a:off x="6172200" y="4572000"/>
            <a:ext cx="53949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needs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interviews, then a 2-week pilot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after the booking</a:t>
            </a:r>
            <a:endParaRPr lang="en-US" sz="3200" dirty="0"/>
          </a:p>
        </p:txBody>
      </p:sp>
      <p:sp>
        <p:nvSpPr>
          <p:cNvPr id="4" name="GDS: systems travel agents book through"/>
          <p:cNvSpPr/>
          <p:nvPr/>
        </p:nvSpPr>
        <p:spPr>
          <a:xfrm>
            <a:off x="548640" y="1600200"/>
            <a:ext cx="658368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9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GDS: systems travel agents book through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756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Amadeus, Sabre, Travelport</a:t>
            </a:r>
            <a:endParaRPr lang="en-US" sz="1300" dirty="0"/>
          </a:p>
        </p:txBody>
      </p:sp>
      <p:sp>
        <p:nvSpPr>
          <p:cNvPr id="7" name="Booking websites (OTAs)"/>
          <p:cNvSpPr/>
          <p:nvPr/>
        </p:nvSpPr>
        <p:spPr>
          <a:xfrm>
            <a:off x="548640" y="2651760"/>
            <a:ext cx="658368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61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websites (OTAs)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72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Booking.com, Agoda, MakeMyTrip, Airbnb</a:t>
            </a:r>
            <a:endParaRPr lang="en-US" sz="1300" dirty="0"/>
          </a:p>
        </p:txBody>
      </p:sp>
      <p:sp>
        <p:nvSpPr>
          <p:cNvPr id="10" name="Hotel booking software (PMS)"/>
          <p:cNvSpPr/>
          <p:nvPr/>
        </p:nvSpPr>
        <p:spPr>
          <a:xfrm>
            <a:off x="548640" y="3703320"/>
            <a:ext cx="658368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13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software (PMS)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788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eZee, STAAH, Hotelogix</a:t>
            </a:r>
            <a:endParaRPr lang="en-US" sz="1300" dirty="0"/>
          </a:p>
        </p:txBody>
      </p:sp>
      <p:sp>
        <p:nvSpPr>
          <p:cNvPr id="13" name="HOI: running the hotel after the booking"/>
          <p:cNvSpPr/>
          <p:nvPr/>
        </p:nvSpPr>
        <p:spPr>
          <a:xfrm>
            <a:off x="548640" y="4754880"/>
            <a:ext cx="658368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64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HOI: running the hotel after the booking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303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shifts, jobs with photo proof, extra staff, guest help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17373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and daily-work app for small hill hotels.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32004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next to the hotel's booking software, does not replace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no public evidence that Zostel or OYO offer rostering, job proof or retention for the owner's team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Travel-agent systems (GDS) do not matter to a 10-room homestay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ARE THE PREDICTIONS?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a simple guess, on test data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4944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100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it picks the person who left over one who stayed (coin toss: 50)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737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complaints sent to the right team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300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rosters broke a rule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~1-2 rooms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miss for tomorrow in a 24-room hotel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tested on made-up data for a made-up hotel. Real accuracy will be lower and is only known after a real pilot.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TWO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test data to a real hotel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8-10 homestay owners, GMs and staff in Mussoorie and Rishikesh</a:t>
            </a:r>
            <a:endParaRPr lang="en-US" sz="1800" dirty="0"/>
          </a:p>
        </p:txBody>
      </p:sp>
      <p:sp>
        <p:nvSpPr>
          <p:cNvPr id="7" name="step 2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334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pilot on one real property</a:t>
            </a:r>
            <a:endParaRPr lang="en-US" sz="1800" dirty="0"/>
          </a:p>
        </p:txBody>
      </p:sp>
      <p:sp>
        <p:nvSpPr>
          <p:cNvPr id="10" name="step 3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021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wording and every assumption reviewed by our HM student</a:t>
            </a:r>
            <a:endParaRPr lang="en-US" sz="1800" dirty="0"/>
          </a:p>
        </p:txBody>
      </p:sp>
      <p:sp>
        <p:nvSpPr>
          <p:cNvPr id="13" name="step 4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voice clips and measure real speech accuracy</a:t>
            </a:r>
            <a:endParaRPr lang="en-US" sz="1800" dirty="0"/>
          </a:p>
        </p:txBody>
      </p:sp>
      <p:sp>
        <p:nvSpPr>
          <p:cNvPr id="16" name="step 5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395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local experiences and staffing-agency flows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today: no real hotel or owner yet · the free AI handles about 4 chats a minute · no billing yet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621" y="1794277"/>
            <a:ext cx="1314683" cy="13146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58983" y="3108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1528354" y="39636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hotels. Happier teams.</a:t>
            </a:r>
            <a:endParaRPr lang="en-US" sz="2000" dirty="0"/>
          </a:p>
        </p:txBody>
      </p:sp>
      <p:pic>
        <p:nvPicPr>
          <p:cNvPr id="6" name="Website screenshot" descr="Websit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69240"/>
            <a:ext cx="5760720" cy="371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I Minimal">
  <a:themeElements>
    <a:clrScheme name="HOI Minimal">
      <a:dk1>
        <a:srgbClr val="111827"/>
      </a:dk1>
      <a:lt1>
        <a:srgbClr val="FFFFFF"/>
      </a:lt1>
      <a:dk2>
        <a:srgbClr val="374151"/>
      </a:dk2>
      <a:lt2>
        <a:srgbClr val="F4F5F8"/>
      </a:lt2>
      <a:accent1>
        <a:srgbClr val="5B5CF6"/>
      </a:accent1>
      <a:accent2>
        <a:srgbClr val="3CA3FD"/>
      </a:accent2>
      <a:accent3>
        <a:srgbClr val="16A34A"/>
      </a:accent3>
      <a:accent4>
        <a:srgbClr val="D97706"/>
      </a:accent4>
      <a:accent5>
        <a:srgbClr val="DC2626"/>
      </a:accent5>
      <a:accent6>
        <a:srgbClr val="6B7280"/>
      </a:accent6>
      <a:hlink>
        <a:srgbClr val="4F46E5"/>
      </a:hlink>
      <a:folHlink>
        <a:srgbClr val="7C3AED"/>
      </a:folHlink>
    </a:clrScheme>
    <a:fontScheme name="HOI Minim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1329</Words>
  <Application>Microsoft Office PowerPoint</Application>
  <PresentationFormat>Widescreen</PresentationFormat>
  <Paragraphs>261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HOI Minimal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Innov8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HOI progress update</dc:title>
  <dc:subject>PptxGenJS Presentation</dc:subject>
  <dc:creator>Team Innov8</dc:creator>
  <cp:lastModifiedBy>ashutosh R</cp:lastModifiedBy>
  <cp:revision>2</cp:revision>
  <dcterms:created xsi:type="dcterms:W3CDTF">2026-10-13T16:50:14Z</dcterms:created>
  <dcterms:modified xsi:type="dcterms:W3CDTF">2026-10-13T17:03:36Z</dcterms:modified>
</cp:coreProperties>
</file>