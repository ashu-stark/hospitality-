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1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a63b98ac-e5bb-d05c-0b08-a6e814ae4d20}">
          <p14:sldIdLst>
            <p14:sldId id="256"/>
            <p14:sldId id="257"/>
            <p14:sldId id="258"/>
            <p14:sldId id="259"/>
          </p14:sldIdLst>
        </p14:section>
        <p14:section name="Hotel side" id="{7fa243c8-ad58-09f7-5a0f-3689dbaa2b8c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Tourism portal" id="{babcd358-05ed-8960-6ac6-cbd86ed0d198}">
          <p14:sldIdLst>
            <p14:sldId id="273"/>
            <p14:sldId id="274"/>
            <p14:sldId id="275"/>
            <p14:sldId id="276"/>
            <p14:sldId id="277"/>
          </p14:sldIdLst>
        </p14:section>
        <p14:section name="Why it matters" id="{da1ecea1-5a27-939c-7577-583129d03991}">
          <p14:sldIdLst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Next" id="{73967f25-0407-cc74-9036-4b84943e5ce6}">
          <p14:sldIdLst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11827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11827"/>
                </a:solidFill>
                <a:latin typeface="+mn-lt"/>
              </a:rPr>
              <a:t>How far off our guess of rooms filled is, %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prediction</c:v>
                </c:pt>
              </c:strCache>
            </c:strRef>
          </c:tx>
          <c:spPr>
            <a:solidFill>
              <a:srgbClr val="5B5CF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741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Tomorrow</c:v>
                  </c:pt>
                  <c:pt idx="1">
                    <c:v>Next week</c:v>
                  </c:pt>
                  <c:pt idx="2">
                    <c:v>Next month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6.7</c:v>
                </c:pt>
                <c:pt idx="1">
                  <c:v>7.2</c:v>
                </c:pt>
                <c:pt idx="2">
                  <c:v>10.3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Simple guess (same as last year)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7415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Tomorrow</c:v>
                  </c:pt>
                  <c:pt idx="1">
                    <c:v>Next week</c:v>
                  </c:pt>
                  <c:pt idx="2">
                    <c:v>Next month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13.7</c:v>
                </c:pt>
                <c:pt idx="1">
                  <c:v>13.7</c:v>
                </c:pt>
                <c:pt idx="2">
                  <c:v>13.7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37415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37415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ashut/Downloads/INNOV8/docs/brand/hoi-icon-5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75720" y="347472"/>
            <a:ext cx="329184" cy="3291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hoi-portal.vercel.app" TargetMode="External"/><Relationship Id="rId3" Type="http://schemas.openxmlformats.org/officeDocument/2006/relationships/hyperlink" Target="https://hoi-dashboard.onrender.com" TargetMode="External"/><Relationship Id="rId4" Type="http://schemas.openxmlformats.org/officeDocument/2006/relationships/hyperlink" Target="https://hoi-platform-admin.onrender.com" TargetMode="External"/><Relationship Id="rId5" Type="http://schemas.openxmlformats.org/officeDocument/2006/relationships/hyperlink" Target="https://hoi-website-woad.vercel.app" TargetMode="External"/><Relationship Id="rId1" Type="http://schemas.openxmlformats.org/officeDocument/2006/relationships/image" Target="../media/image-30-1.png"/><Relationship Id="rId6" Type="http://schemas.openxmlformats.org/officeDocument/2006/relationships/image" Target="../media/image-30-2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3736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Operations Intelligence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3246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update: from proposal to six live apps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989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AI-Tourism Hackathon 2026  ·  Team Innov8  ·  13 October 2026</a:t>
            </a:r>
            <a:endParaRPr lang="en-US" sz="1300" dirty="0"/>
          </a:p>
        </p:txBody>
      </p:sp>
      <p:pic>
        <p:nvPicPr>
          <p:cNvPr id="6" name="Hotel Admin screenshot" descr="Hotel Admin screens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870120"/>
            <a:ext cx="5943600" cy="3837600"/>
          </a:xfrm>
          <a:prstGeom prst="rect">
            <a:avLst/>
          </a:prstGeom>
        </p:spPr>
      </p:pic>
      <p:pic>
        <p:nvPicPr>
          <p:cNvPr id="7" name="Guest concierge screenshot" descr="Guest concierge screensho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9788" y="2926080"/>
            <a:ext cx="1902983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AT A GLANCE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days: a proposal became a working product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+ Render + MongoDB Atlas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38328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89 admin page checks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300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rosters broke a rule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and leave always kept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28600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29</a:t>
            </a:r>
            <a:endParaRPr lang="en-US" sz="5400" dirty="0"/>
          </a:p>
        </p:txBody>
      </p:sp>
      <p:sp>
        <p:nvSpPr>
          <p:cNvPr id="14" name="Text 12"/>
          <p:cNvSpPr txBox="1"/>
          <p:nvPr/>
        </p:nvSpPr>
        <p:spPr>
          <a:xfrm>
            <a:off x="905256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 checks passed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37490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 left is only a label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1206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Oct: four modules on paper, staff tasks planned on Telegram.  →  13 Oct: every app built, online and tested on a made-up 24-room hotel.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hotels run short of people, every season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workers short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hospitality sector, projected 2025 (HVS / Ministry of Tourism study)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1.8×</a:t>
            </a:r>
            <a:endParaRPr lang="en-US" sz="54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quit rate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Accommodation &amp; food vs all industries (US BLS)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19456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lakh</a:t>
            </a:r>
            <a:endParaRPr lang="en-US" sz="54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324612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 Dham pilgrims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0" y="36576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2025 season; two thirds arrived by late June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0292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Rosters are made by hand, overtime piles up, and nobody notices who is about to leave until they do.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350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HVS; US BLS JOLTS Table 4; All India Radio; The Week (24 June 2025).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platform, six apps</a:t>
            </a:r>
            <a:endParaRPr lang="en-US" sz="3200" dirty="0"/>
          </a:p>
        </p:txBody>
      </p:sp>
      <p:sp>
        <p:nvSpPr>
          <p:cNvPr id="4" name="Platform Admin tile"/>
          <p:cNvSpPr/>
          <p:nvPr/>
        </p:nvSpPr>
        <p:spPr>
          <a:xfrm>
            <a:off x="54864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Platform Admin thumbnail" descr="Platform Admin thumb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4600" y="2239920"/>
            <a:ext cx="1417320" cy="915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hotels, portfolio insights, audit</a:t>
            </a:r>
            <a:endParaRPr lang="en-US" sz="1300" dirty="0"/>
          </a:p>
        </p:txBody>
      </p:sp>
      <p:sp>
        <p:nvSpPr>
          <p:cNvPr id="8" name="Hotel Admin tile"/>
          <p:cNvSpPr/>
          <p:nvPr/>
        </p:nvSpPr>
        <p:spPr>
          <a:xfrm>
            <a:off x="429768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Hotel Admin thumbnail" descr="Hotel Admin thumbn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239920"/>
            <a:ext cx="1417320" cy="9151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2628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452628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view, roster, dispatch, rooms, stock</a:t>
            </a:r>
            <a:endParaRPr lang="en-US" sz="1300" dirty="0"/>
          </a:p>
        </p:txBody>
      </p:sp>
      <p:sp>
        <p:nvSpPr>
          <p:cNvPr id="12" name="Worker app tile"/>
          <p:cNvSpPr/>
          <p:nvPr/>
        </p:nvSpPr>
        <p:spPr>
          <a:xfrm>
            <a:off x="8046720" y="15544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Worker app thumbnail" descr="Worker app thumbna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0783" y="1691640"/>
            <a:ext cx="1021113" cy="201168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75320" y="18288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app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26060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Shifts, job pings, photo proof, voice</a:t>
            </a:r>
            <a:endParaRPr lang="en-US" sz="1300" dirty="0"/>
          </a:p>
        </p:txBody>
      </p:sp>
      <p:sp>
        <p:nvSpPr>
          <p:cNvPr id="16" name="Guest concierge tile"/>
          <p:cNvSpPr/>
          <p:nvPr/>
        </p:nvSpPr>
        <p:spPr>
          <a:xfrm>
            <a:off x="54864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Guest concierge thumbnail" descr="Guest concierge thumbna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2703" y="4206240"/>
            <a:ext cx="1021113" cy="20116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7724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QR: ask by voice, requests, checkout</a:t>
            </a:r>
            <a:endParaRPr lang="en-US" sz="1300" dirty="0"/>
          </a:p>
        </p:txBody>
      </p:sp>
      <p:sp>
        <p:nvSpPr>
          <p:cNvPr id="20" name="Tourism portal tile"/>
          <p:cNvSpPr/>
          <p:nvPr/>
        </p:nvSpPr>
        <p:spPr>
          <a:xfrm>
            <a:off x="429768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1" name="Tourism portal thumbnail" descr="Tourism portal thumbnai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4754520"/>
            <a:ext cx="1417320" cy="91512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452628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800" dirty="0"/>
          </a:p>
        </p:txBody>
      </p:sp>
      <p:sp>
        <p:nvSpPr>
          <p:cNvPr id="23" name="Text 16"/>
          <p:cNvSpPr txBox="1"/>
          <p:nvPr/>
        </p:nvSpPr>
        <p:spPr>
          <a:xfrm>
            <a:off x="452628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Weather, roads, crowds, stays, jobs</a:t>
            </a:r>
            <a:endParaRPr lang="en-US" sz="1300" dirty="0"/>
          </a:p>
        </p:txBody>
      </p:sp>
      <p:sp>
        <p:nvSpPr>
          <p:cNvPr id="24" name="Prediction engine tile"/>
          <p:cNvSpPr/>
          <p:nvPr/>
        </p:nvSpPr>
        <p:spPr>
          <a:xfrm>
            <a:off x="8046720" y="4069080"/>
            <a:ext cx="352044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5" name="Prediction engine thumbnail" descr="Prediction engine thumbnai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2680" y="4754520"/>
            <a:ext cx="1417320" cy="91512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8275320" y="434340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engine</a:t>
            </a:r>
            <a:endParaRPr lang="en-US" sz="1800" dirty="0"/>
          </a:p>
        </p:txBody>
      </p:sp>
      <p:sp>
        <p:nvSpPr>
          <p:cNvPr id="27" name="Text 19"/>
          <p:cNvSpPr txBox="1"/>
          <p:nvPr/>
        </p:nvSpPr>
        <p:spPr>
          <a:xfrm>
            <a:off x="8275320" y="5120640"/>
            <a:ext cx="1691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busy days, spots who may leave, plans shifts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hotel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Owner, managers and staff: one calm system for the day's work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calm Today screen</a:t>
            </a:r>
            <a:endParaRPr lang="en-US" sz="3200" dirty="0"/>
          </a:p>
        </p:txBody>
      </p:sp>
      <p:pic>
        <p:nvPicPr>
          <p:cNvPr id="4" name="Hotel Admin Today" descr="Hotel Admin Toda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instead of 18 menu items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numbers: rooms ready, open requests, late jobs, staff on shift, low stock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Do-next list with one-click actions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first, details later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rosters that never break a rule</a:t>
            </a:r>
            <a:endParaRPr lang="en-US" sz="3200" dirty="0"/>
          </a:p>
        </p:txBody>
      </p:sp>
      <p:pic>
        <p:nvPicPr>
          <p:cNvPr id="4" name="Roster" descr="R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from how busy each day will be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breaks leave, rest hours, weekly off or skills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week cannot be staffed, it says which shift and why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week → one-click Request staff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scheduler, saved so it opens instantly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DISPATCH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person gets the job</a:t>
            </a:r>
            <a:endParaRPr lang="en-US" sz="3200" dirty="0"/>
          </a:p>
        </p:txBody>
      </p:sp>
      <p:pic>
        <p:nvPicPr>
          <p:cNvPr id="4" name="Dispatch" descr="Disp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on-shift worker by load and distance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Burnout guard: flagged staff get fewer extras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day: 80 / 80 jobs done, 0 sent off-shift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Auto-assign with photo proof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 &amp; GUESTS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room, every request, one board</a:t>
            </a:r>
            <a:endParaRPr lang="en-US" sz="3200" dirty="0"/>
          </a:p>
        </p:txBody>
      </p:sp>
      <p:pic>
        <p:nvPicPr>
          <p:cNvPr id="4" name="Rooms" descr="Roo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rooms; median turnaround 51 min in the simulation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requests and late-checkout approvals in one place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room has its own guest QR code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→ clean → inspect → ready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SERVICES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requests, checkouts and feedback</a:t>
            </a:r>
            <a:endParaRPr lang="en-US" sz="3200" dirty="0"/>
          </a:p>
        </p:txBody>
      </p:sp>
      <p:pic>
        <p:nvPicPr>
          <p:cNvPr id="4" name="Guest services" descr="Guest servi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safety and medical alerts shown first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or decline late checkout with a note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trend with one-line meaning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follows the forecast</a:t>
            </a:r>
            <a:endParaRPr lang="en-US" sz="3200" dirty="0"/>
          </a:p>
        </p:txBody>
      </p:sp>
      <p:pic>
        <p:nvPicPr>
          <p:cNvPr id="4" name="Inventory" descr="Inven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suggestions from expected occupancy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ledger: stock always equals its movements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CGST/SGST or IGST split on every PO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GST-ready purchase orders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HOMESTAY MODE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enough for a 6-room homestay</a:t>
            </a:r>
            <a:endParaRPr lang="en-US" sz="3200" dirty="0"/>
          </a:p>
        </p:txBody>
      </p:sp>
      <p:pic>
        <p:nvPicPr>
          <p:cNvPr id="4" name="Homestay mode" descr="Homestay m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plain pages, no ML jargon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owner's own team, no roster needed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hotel mode any time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Deodar Nest, Dhanaulti (fictional)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need support, and why</a:t>
            </a:r>
            <a:endParaRPr lang="en-US" sz="3200" dirty="0"/>
          </a:p>
        </p:txBody>
      </p:sp>
      <p:pic>
        <p:nvPicPr>
          <p:cNvPr id="4" name="Risk list" descr="Risk lis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staff: when their contract ends; permanent staff: the model's ranking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name comes with plain reasons and a suggested next step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exist to offer support, never for adverse action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list of who to check in with, not a prediction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WORKER APP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worker's pocket</a:t>
            </a:r>
            <a:endParaRPr lang="en-US" sz="3200" dirty="0"/>
          </a:p>
        </p:txBody>
      </p:sp>
      <p:pic>
        <p:nvPicPr>
          <p:cNvPr id="4" name="Today's shift" descr="Today's shif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shift</a:t>
            </a:r>
            <a:endParaRPr lang="en-US" sz="1400" dirty="0"/>
          </a:p>
        </p:txBody>
      </p:sp>
      <p:pic>
        <p:nvPicPr>
          <p:cNvPr id="6" name="Live job pings" descr="Live job p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pings</a:t>
            </a:r>
            <a:endParaRPr lang="en-US" sz="1400" dirty="0"/>
          </a:p>
        </p:txBody>
      </p:sp>
      <p:pic>
        <p:nvPicPr>
          <p:cNvPr id="8" name="My recognition" descr="My recogni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recognition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Guests just scan and ask</a:t>
            </a:r>
            <a:endParaRPr lang="en-US" sz="3200" dirty="0"/>
          </a:p>
        </p:txBody>
      </p:sp>
      <p:pic>
        <p:nvPicPr>
          <p:cNvPr id="4" name="Ask anything" descr="Ask anyth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anything</a:t>
            </a:r>
            <a:endParaRPr lang="en-US" sz="1400" dirty="0"/>
          </a:p>
        </p:txBody>
      </p:sp>
      <p:pic>
        <p:nvPicPr>
          <p:cNvPr id="6" name="&quot;Rat in the room&quot; → pest control" descr="&quot;Rat in the room&quot; → pest contro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"Rat in the room" → pest control</a:t>
            </a:r>
            <a:endParaRPr lang="en-US" sz="1400" dirty="0"/>
          </a:p>
        </p:txBody>
      </p:sp>
      <p:pic>
        <p:nvPicPr>
          <p:cNvPr id="8" name="Smoke smell → urgent, shows 112" descr="Smoke smell → urgent, shows 11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smell → urgent, shows 112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CONCIERGE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Hindi, explore and checkout</a:t>
            </a:r>
            <a:endParaRPr lang="en-US" sz="3200" dirty="0"/>
          </a:p>
        </p:txBody>
      </p:sp>
      <p:pic>
        <p:nvPicPr>
          <p:cNvPr id="4" name="Replies in Hindi" descr="Replies in Hind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3928" y="1417320"/>
            <a:ext cx="2297504" cy="4526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Replies in Hindi</a:t>
            </a:r>
            <a:endParaRPr lang="en-US" sz="1400" dirty="0"/>
          </a:p>
        </p:txBody>
      </p:sp>
      <p:pic>
        <p:nvPicPr>
          <p:cNvPr id="6" name="Explore the hotel" descr="Explore the hote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08" y="1417320"/>
            <a:ext cx="2297504" cy="4526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23672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hotel</a:t>
            </a:r>
            <a:endParaRPr lang="en-US" sz="1400" dirty="0"/>
          </a:p>
        </p:txBody>
      </p:sp>
      <p:pic>
        <p:nvPicPr>
          <p:cNvPr id="8" name="Express or late checkout" descr="Express or late checkou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088" y="1417320"/>
            <a:ext cx="2297504" cy="45262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7924800" y="5989320"/>
            <a:ext cx="368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or late checkout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see every hotel at a glance</a:t>
            </a:r>
            <a:endParaRPr lang="en-US" sz="3200" dirty="0"/>
          </a:p>
        </p:txBody>
      </p:sp>
      <p:pic>
        <p:nvPicPr>
          <p:cNvPr id="4" name="Platform insights" descr="Platform insigh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Rooms, occupancy, on-time jobs, response time, feedback, low stock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accounts cannot sign in here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hotel is audited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portal for the HOI team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visitor and the state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Uttarakhand Tourism &amp; Hospitality Portal: concept, not an official site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verify and travel with confidence</a:t>
            </a:r>
            <a:endParaRPr lang="en-US" sz="3200" dirty="0"/>
          </a:p>
        </p:txBody>
      </p:sp>
      <p:pic>
        <p:nvPicPr>
          <p:cNvPr id="4" name="Portal home" descr="Portal hom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weather, roads and crowd levels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a registered stay, guide or taxi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with tracking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hoi-portal.vercel.app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place, answered at a glance</a:t>
            </a:r>
            <a:endParaRPr lang="en-US" sz="3200" dirty="0"/>
          </a:p>
        </p:txBody>
      </p:sp>
      <p:pic>
        <p:nvPicPr>
          <p:cNvPr id="4" name="Kedarnath" descr="Kedarn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foot-traffic timings from BestTime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Traffic: TomTom live + our prediction model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hospitals, ATMs and fuel from LocationIQ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· crowd · roads · best months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Itineraries with live conditions per stop</a:t>
            </a:r>
            <a:endParaRPr lang="en-US" sz="3200" dirty="0"/>
          </a:p>
        </p:txBody>
      </p:sp>
      <p:pic>
        <p:nvPicPr>
          <p:cNvPr id="4" name="Itinerary" descr="Itinera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sample trips built from checked facts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Crowd, weather and road status at every stop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invented distances or prices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to start in the next 14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jobs, matched by skill</a:t>
            </a:r>
            <a:endParaRPr lang="en-US" sz="3200" dirty="0"/>
          </a:p>
        </p:txBody>
      </p:sp>
      <p:pic>
        <p:nvPicPr>
          <p:cNvPr id="4" name="Jobs board" descr="Jobs 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746" y="1417320"/>
            <a:ext cx="7930747" cy="5120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41080" y="1828800"/>
            <a:ext cx="3017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seekers list skills, languages and availability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Explained match score, never personal traits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gaps from HOI hotels post here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417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shared only after the candidate accepts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0116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337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and position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HOI different, and how we know it works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→ plan → spot → help → check again</a:t>
            </a:r>
            <a:endParaRPr lang="en-US" sz="3200" dirty="0"/>
          </a:p>
        </p:txBody>
      </p:sp>
      <p:sp>
        <p:nvSpPr>
          <p:cNvPr id="4" name="Predict"/>
          <p:cNvSpPr/>
          <p:nvPr/>
        </p:nvSpPr>
        <p:spPr>
          <a:xfrm>
            <a:off x="548640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Plan"/>
          <p:cNvSpPr/>
          <p:nvPr/>
        </p:nvSpPr>
        <p:spPr>
          <a:xfrm>
            <a:off x="2816352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6352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828032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pot"/>
          <p:cNvSpPr/>
          <p:nvPr/>
        </p:nvSpPr>
        <p:spPr>
          <a:xfrm>
            <a:off x="5084064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84064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095744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Help"/>
          <p:cNvSpPr/>
          <p:nvPr/>
        </p:nvSpPr>
        <p:spPr>
          <a:xfrm>
            <a:off x="7351776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51776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9363456" y="20574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Check"/>
          <p:cNvSpPr/>
          <p:nvPr/>
        </p:nvSpPr>
        <p:spPr>
          <a:xfrm>
            <a:off x="9619488" y="1828800"/>
            <a:ext cx="2011680" cy="1005840"/>
          </a:xfrm>
          <a:prstGeom prst="roundRect">
            <a:avLst>
              <a:gd name="adj" fmla="val 1363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19488" y="18288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</a:t>
            </a:r>
            <a:endParaRPr lang="en-US" sz="4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whole cycle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38328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338328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to check in with this week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after a better roster (honest)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052560" y="33832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 s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052560" y="42062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a saved roster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show small improvements as small. The list is for offering help, never for punishing anyone.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JUDGES' REVIEW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feedback, already built</a:t>
            </a:r>
            <a:endParaRPr lang="en-US" sz="3200" dirty="0"/>
          </a:p>
        </p:txBody>
      </p:sp>
      <p:sp>
        <p:nvSpPr>
          <p:cNvPr id="4" name="GDS, OTAs and Zostel"/>
          <p:cNvSpPr/>
          <p:nvPr/>
        </p:nvSpPr>
        <p:spPr>
          <a:xfrm>
            <a:off x="548640" y="164592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GDS, OTAs and Zostel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37-source study: HOI sits after the booking, beside the PMS</a:t>
            </a:r>
            <a:endParaRPr lang="en-US" sz="1500" dirty="0"/>
          </a:p>
        </p:txBody>
      </p:sp>
      <p:sp>
        <p:nvSpPr>
          <p:cNvPr id="7" name="Affordable for homestays"/>
          <p:cNvSpPr/>
          <p:nvPr/>
        </p:nvSpPr>
        <p:spPr>
          <a:xfrm>
            <a:off x="6172200" y="164592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4652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Affordable for homestays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446520" y="2286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Homestay mode, phone-first, Hindi</a:t>
            </a:r>
            <a:endParaRPr lang="en-US" sz="1500" dirty="0"/>
          </a:p>
        </p:txBody>
      </p:sp>
      <p:sp>
        <p:nvSpPr>
          <p:cNvPr id="10" name="Staffing and skill matching"/>
          <p:cNvSpPr/>
          <p:nvPr/>
        </p:nvSpPr>
        <p:spPr>
          <a:xfrm>
            <a:off x="548640" y="310896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Staffing and skill matching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board + roster gap → staffing request</a:t>
            </a:r>
            <a:endParaRPr lang="en-US" sz="1500" dirty="0"/>
          </a:p>
        </p:txBody>
      </p:sp>
      <p:sp>
        <p:nvSpPr>
          <p:cNvPr id="13" name="Incentives"/>
          <p:cNvSpPr/>
          <p:nvPr/>
        </p:nvSpPr>
        <p:spPr>
          <a:xfrm>
            <a:off x="6172200" y="310896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46520" y="32918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446520" y="3749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Recognition points, positive only, capped</a:t>
            </a:r>
            <a:endParaRPr lang="en-US" sz="1500" dirty="0"/>
          </a:p>
        </p:txBody>
      </p:sp>
      <p:sp>
        <p:nvSpPr>
          <p:cNvPr id="16" name="Community and local links"/>
          <p:cNvSpPr/>
          <p:nvPr/>
        </p:nvSpPr>
        <p:spPr>
          <a:xfrm>
            <a:off x="548640" y="457200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and local links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5212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experiences linked to homestays (in progress)</a:t>
            </a:r>
            <a:endParaRPr lang="en-US" sz="1500" dirty="0"/>
          </a:p>
        </p:txBody>
      </p:sp>
      <p:sp>
        <p:nvSpPr>
          <p:cNvPr id="19" name="Validated needs"/>
          <p:cNvSpPr/>
          <p:nvPr/>
        </p:nvSpPr>
        <p:spPr>
          <a:xfrm>
            <a:off x="6172200" y="4572000"/>
            <a:ext cx="5394960" cy="1234440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7548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needs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52120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8-10 interviews, then a 2-week pilot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DIFFERENTIATOR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work after the booking</a:t>
            </a:r>
            <a:endParaRPr lang="en-US" sz="3200" dirty="0"/>
          </a:p>
        </p:txBody>
      </p:sp>
      <p:sp>
        <p:nvSpPr>
          <p:cNvPr id="4" name="GDS: systems travel agents book through"/>
          <p:cNvSpPr/>
          <p:nvPr/>
        </p:nvSpPr>
        <p:spPr>
          <a:xfrm>
            <a:off x="548640" y="160020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0992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GDS: systems travel agents book through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Amadeus, Sabre, Travelport</a:t>
            </a:r>
            <a:endParaRPr lang="en-US" sz="1300" dirty="0"/>
          </a:p>
        </p:txBody>
      </p:sp>
      <p:sp>
        <p:nvSpPr>
          <p:cNvPr id="7" name="Booking websites (OTAs)"/>
          <p:cNvSpPr/>
          <p:nvPr/>
        </p:nvSpPr>
        <p:spPr>
          <a:xfrm>
            <a:off x="548640" y="265176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websites (OTAs)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12724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Booking.com, Agoda, MakeMyTrip, Airbnb</a:t>
            </a:r>
            <a:endParaRPr lang="en-US" sz="1300" dirty="0"/>
          </a:p>
        </p:txBody>
      </p:sp>
      <p:sp>
        <p:nvSpPr>
          <p:cNvPr id="10" name="Hotel booking software (PMS)"/>
          <p:cNvSpPr/>
          <p:nvPr/>
        </p:nvSpPr>
        <p:spPr>
          <a:xfrm>
            <a:off x="548640" y="370332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1304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booking software (PMS)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7880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eZee, STAAH, Hotelogix</a:t>
            </a:r>
            <a:endParaRPr lang="en-US" sz="1300" dirty="0"/>
          </a:p>
        </p:txBody>
      </p:sp>
      <p:sp>
        <p:nvSpPr>
          <p:cNvPr id="13" name="HOI: running the hotel after the booking"/>
          <p:cNvSpPr/>
          <p:nvPr/>
        </p:nvSpPr>
        <p:spPr>
          <a:xfrm>
            <a:off x="548640" y="4754880"/>
            <a:ext cx="6583680" cy="868680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86460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HOI: running the hotel after the booking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230368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shifts, jobs with photo proof, extra staff, guest help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17373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staff and daily-work app for small hill hotels.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589520" y="3200400"/>
            <a:ext cx="4023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next to the hotel's booking software, does not replace it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no public evidence that Zostel or OYO offer rostering, job proof or retention for the owner's team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Travel-agent systems (GDS) do not matter to a 10-room homestay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GOOD ARE THE PREDICTIONS?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a simple guess, on test data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949440" y="1737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/ 100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it picks the person who left over one who stayed (coin toss: 50)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326880" y="17373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9326880" y="25603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complaints sent to the right team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94944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/ 300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69494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rosters broke a rule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9326880" y="3749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~1-2 rooms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932688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miss for tomorrow in a 24-room hotel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tested on made-up data for a made-up hotel. Real accuracy will be lower and is only known after a real pilot.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DEPLOYED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is live today</a:t>
            </a:r>
            <a:endParaRPr lang="en-US" sz="3200" dirty="0"/>
          </a:p>
        </p:txBody>
      </p:sp>
      <p:sp>
        <p:nvSpPr>
          <p:cNvPr id="4" name="Vercel"/>
          <p:cNvSpPr/>
          <p:nvPr/>
        </p:nvSpPr>
        <p:spPr>
          <a:xfrm>
            <a:off x="54864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website</a:t>
            </a:r>
            <a:endParaRPr lang="en-US" sz="1500" dirty="0"/>
          </a:p>
        </p:txBody>
      </p:sp>
      <p:sp>
        <p:nvSpPr>
          <p:cNvPr id="7" name="Render"/>
          <p:cNvSpPr/>
          <p:nvPr/>
        </p:nvSpPr>
        <p:spPr>
          <a:xfrm>
            <a:off x="429768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API, worker app, guest concierge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 and Platform Admin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ops API</a:t>
            </a:r>
            <a:endParaRPr lang="en-US" sz="1500" dirty="0"/>
          </a:p>
        </p:txBody>
      </p:sp>
      <p:sp>
        <p:nvSpPr>
          <p:cNvPr id="10" name="Data and AI"/>
          <p:cNvSpPr/>
          <p:nvPr/>
        </p:nvSpPr>
        <p:spPr>
          <a:xfrm>
            <a:off x="8046720" y="1645920"/>
            <a:ext cx="3520440" cy="274320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8288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and AI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42316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Whisper + LLM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Open-Meteo, BestTime, LocationIQ, TomTom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sign-in, each person sees only their own pages, each hotel sees only its own data, every action is logged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and keys are never stored in the code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TWO WEEKS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test data to a real hotel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6479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7830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8-10 homestay owners, GMs and staff in Mussoorie and Rishikesh</a:t>
            </a:r>
            <a:endParaRPr lang="en-US" sz="1800" dirty="0"/>
          </a:p>
        </p:txBody>
      </p:sp>
      <p:sp>
        <p:nvSpPr>
          <p:cNvPr id="7" name="step 2"/>
          <p:cNvSpPr/>
          <p:nvPr/>
        </p:nvSpPr>
        <p:spPr>
          <a:xfrm>
            <a:off x="548640" y="2560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33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651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Two-week pilot on one real property</a:t>
            </a:r>
            <a:endParaRPr lang="en-US" sz="1800" dirty="0"/>
          </a:p>
        </p:txBody>
      </p:sp>
      <p:sp>
        <p:nvSpPr>
          <p:cNvPr id="10" name="step 3"/>
          <p:cNvSpPr/>
          <p:nvPr/>
        </p:nvSpPr>
        <p:spPr>
          <a:xfrm>
            <a:off x="548640" y="34290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02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5204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wording and every assumption reviewed by our HM student</a:t>
            </a:r>
            <a:endParaRPr lang="en-US" sz="1800" dirty="0"/>
          </a:p>
        </p:txBody>
      </p:sp>
      <p:sp>
        <p:nvSpPr>
          <p:cNvPr id="13" name="step 4"/>
          <p:cNvSpPr/>
          <p:nvPr/>
        </p:nvSpPr>
        <p:spPr>
          <a:xfrm>
            <a:off x="548640" y="42976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voice clips and measure real speech accuracy</a:t>
            </a:r>
            <a:endParaRPr lang="en-US" sz="1800" dirty="0"/>
          </a:p>
        </p:txBody>
      </p:sp>
      <p:sp>
        <p:nvSpPr>
          <p:cNvPr id="16" name="step 5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39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57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local experiences and staffing-agency flows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gaps today: no real hotel or owner yet · the free AI handles about 4 chats a minute · no billing yet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I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8288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834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hotels. Happier teams.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Tourism portal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hoi-portal.vercel.app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 Admin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hoi-dashboard.onrender.com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Admin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hoi-platform-admin.onrender.com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Website   </a:t>
            </a:r>
            <a:pPr indent="0" marL="0">
              <a:spcAft>
                <a:spcPts val="800"/>
              </a:spcAft>
              <a:buNone/>
            </a:pPr>
            <a:r>
              <a:rPr lang="en-US" sz="1500" u="sng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hoi-website-woad.vercel.app</a:t>
            </a:r>
            <a:endParaRPr lang="en-US" sz="1500" dirty="0"/>
          </a:p>
        </p:txBody>
      </p:sp>
      <p:pic>
        <p:nvPicPr>
          <p:cNvPr id="6" name="Website screenshot" descr="Website screens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1569240"/>
            <a:ext cx="5760720" cy="37195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I Minimal">
  <a:themeElements>
    <a:clrScheme name="HOI Minimal">
      <a:dk1>
        <a:srgbClr val="111827"/>
      </a:dk1>
      <a:lt1>
        <a:srgbClr val="FFFFFF"/>
      </a:lt1>
      <a:dk2>
        <a:srgbClr val="374151"/>
      </a:dk2>
      <a:lt2>
        <a:srgbClr val="F4F5F8"/>
      </a:lt2>
      <a:accent1>
        <a:srgbClr val="5B5CF6"/>
      </a:accent1>
      <a:accent2>
        <a:srgbClr val="3CA3FD"/>
      </a:accent2>
      <a:accent3>
        <a:srgbClr val="16A34A"/>
      </a:accent3>
      <a:accent4>
        <a:srgbClr val="D97706"/>
      </a:accent4>
      <a:accent5>
        <a:srgbClr val="DC2626"/>
      </a:accent5>
      <a:accent6>
        <a:srgbClr val="6B7280"/>
      </a:accent6>
      <a:hlink>
        <a:srgbClr val="4F46E5"/>
      </a:hlink>
      <a:folHlink>
        <a:srgbClr val="7C3AED"/>
      </a:folHlink>
    </a:clrScheme>
    <a:fontScheme name="HOI Minima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Team Innov8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HOI progress update</dc:title>
  <dc:subject>PptxGenJS Presentation</dc:subject>
  <dc:creator>Team Innov8</dc:creator>
  <cp:lastModifiedBy>Team Innov8</cp:lastModifiedBy>
  <cp:revision>1</cp:revision>
  <dcterms:created xsi:type="dcterms:W3CDTF">2026-10-13T16:50:14Z</dcterms:created>
  <dcterms:modified xsi:type="dcterms:W3CDTF">2026-10-13T16:50:14Z</dcterms:modified>
</cp:coreProperties>
</file>